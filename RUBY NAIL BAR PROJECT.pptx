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8F59A-880B-4AD7-8356-D483C73FE6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RUBY NAIL BAR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F26FB-E6FC-41D7-984B-496467962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11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BE279F-735E-4D0E-9EB5-283C2DB0C2EF}"/>
              </a:ext>
            </a:extLst>
          </p:cNvPr>
          <p:cNvSpPr txBox="1"/>
          <p:nvPr/>
        </p:nvSpPr>
        <p:spPr>
          <a:xfrm>
            <a:off x="798021" y="1831171"/>
            <a:ext cx="21696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OnAfterRender</a:t>
            </a:r>
            <a:r>
              <a:rPr lang="en-US" dirty="0"/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7E9ED-164A-4E85-82D6-5E35854BBA53}"/>
              </a:ext>
            </a:extLst>
          </p:cNvPr>
          <p:cNvSpPr txBox="1"/>
          <p:nvPr/>
        </p:nvSpPr>
        <p:spPr>
          <a:xfrm>
            <a:off x="798021" y="309942"/>
            <a:ext cx="21696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Invoices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052DB-5192-48F1-BB23-15EEF14C1B54}"/>
              </a:ext>
            </a:extLst>
          </p:cNvPr>
          <p:cNvSpPr txBox="1"/>
          <p:nvPr/>
        </p:nvSpPr>
        <p:spPr>
          <a:xfrm>
            <a:off x="3535680" y="1298556"/>
            <a:ext cx="23774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Current Path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B0BD6-D7BD-448D-B0C1-6A042200632D}"/>
              </a:ext>
            </a:extLst>
          </p:cNvPr>
          <p:cNvSpPr txBox="1"/>
          <p:nvPr/>
        </p:nvSpPr>
        <p:spPr>
          <a:xfrm>
            <a:off x="3535680" y="1876574"/>
            <a:ext cx="23774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ResetPaginationData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2A334-A9EF-4B4A-B255-28E6FABF4C5E}"/>
              </a:ext>
            </a:extLst>
          </p:cNvPr>
          <p:cNvSpPr txBox="1"/>
          <p:nvPr/>
        </p:nvSpPr>
        <p:spPr>
          <a:xfrm>
            <a:off x="3535680" y="2466476"/>
            <a:ext cx="23774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GetOptionalData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53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86F311-0288-433B-A322-78DC4523EEBA}"/>
              </a:ext>
            </a:extLst>
          </p:cNvPr>
          <p:cNvSpPr txBox="1"/>
          <p:nvPr/>
        </p:nvSpPr>
        <p:spPr>
          <a:xfrm>
            <a:off x="798021" y="1568585"/>
            <a:ext cx="2169622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OnParameterSet</a:t>
            </a:r>
            <a:r>
              <a:rPr lang="en-US" dirty="0"/>
              <a:t>() </a:t>
            </a:r>
          </a:p>
          <a:p>
            <a:r>
              <a:rPr lang="en-US" sz="1200" i="1" dirty="0"/>
              <a:t>Run 2 times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E279F-735E-4D0E-9EB5-283C2DB0C2EF}"/>
              </a:ext>
            </a:extLst>
          </p:cNvPr>
          <p:cNvSpPr txBox="1"/>
          <p:nvPr/>
        </p:nvSpPr>
        <p:spPr>
          <a:xfrm>
            <a:off x="798021" y="3156832"/>
            <a:ext cx="21696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OnAfterRender</a:t>
            </a:r>
            <a:r>
              <a:rPr lang="en-US" dirty="0"/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7E9ED-164A-4E85-82D6-5E35854BBA53}"/>
              </a:ext>
            </a:extLst>
          </p:cNvPr>
          <p:cNvSpPr txBox="1"/>
          <p:nvPr/>
        </p:nvSpPr>
        <p:spPr>
          <a:xfrm>
            <a:off x="798021" y="309942"/>
            <a:ext cx="21696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Invoice/{id}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8EE8D-3345-4C87-8520-C43AC428E6D8}"/>
              </a:ext>
            </a:extLst>
          </p:cNvPr>
          <p:cNvSpPr txBox="1"/>
          <p:nvPr/>
        </p:nvSpPr>
        <p:spPr>
          <a:xfrm>
            <a:off x="3494116" y="683831"/>
            <a:ext cx="21696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 new : id = null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B118D9-CB6E-4486-BF5D-7B4963ABBCC4}"/>
              </a:ext>
            </a:extLst>
          </p:cNvPr>
          <p:cNvSpPr txBox="1"/>
          <p:nvPr/>
        </p:nvSpPr>
        <p:spPr>
          <a:xfrm>
            <a:off x="3494116" y="125276"/>
            <a:ext cx="2169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Modify: id !=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9017C-B4E7-42A7-8164-E5330A84C348}"/>
              </a:ext>
            </a:extLst>
          </p:cNvPr>
          <p:cNvSpPr txBox="1"/>
          <p:nvPr/>
        </p:nvSpPr>
        <p:spPr>
          <a:xfrm>
            <a:off x="3494116" y="1383919"/>
            <a:ext cx="2169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GetInvoiceById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38A11-31F7-4FAA-B294-B93600412CD3}"/>
              </a:ext>
            </a:extLst>
          </p:cNvPr>
          <p:cNvSpPr txBox="1"/>
          <p:nvPr/>
        </p:nvSpPr>
        <p:spPr>
          <a:xfrm>
            <a:off x="3494116" y="1992751"/>
            <a:ext cx="21696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Create new invoice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3D001E-A3BF-4920-B1B4-F957209F6F7C}"/>
              </a:ext>
            </a:extLst>
          </p:cNvPr>
          <p:cNvSpPr txBox="1"/>
          <p:nvPr/>
        </p:nvSpPr>
        <p:spPr>
          <a:xfrm>
            <a:off x="3494115" y="2647601"/>
            <a:ext cx="599901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Validate id from </a:t>
            </a:r>
            <a:r>
              <a:rPr lang="en-US" dirty="0" err="1"/>
              <a:t>url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3BC5E1-79C5-4637-A8D6-C3C8DA9480ED}"/>
              </a:ext>
            </a:extLst>
          </p:cNvPr>
          <p:cNvSpPr txBox="1"/>
          <p:nvPr/>
        </p:nvSpPr>
        <p:spPr>
          <a:xfrm>
            <a:off x="3494115" y="3156832"/>
            <a:ext cx="59990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SavePaginationPath</a:t>
            </a:r>
            <a:r>
              <a:rPr lang="en-US" dirty="0"/>
              <a:t> instead of </a:t>
            </a:r>
            <a:r>
              <a:rPr lang="en-US" dirty="0" err="1"/>
              <a:t>ResetPaginationData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38585-B313-459F-84CD-A20A98C8683B}"/>
              </a:ext>
            </a:extLst>
          </p:cNvPr>
          <p:cNvSpPr txBox="1"/>
          <p:nvPr/>
        </p:nvSpPr>
        <p:spPr>
          <a:xfrm>
            <a:off x="3494114" y="3686477"/>
            <a:ext cx="59990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Set Optional Data (“</a:t>
            </a:r>
            <a:r>
              <a:rPr lang="en-US" dirty="0" err="1"/>
              <a:t>ObjectId</a:t>
            </a:r>
            <a:r>
              <a:rPr lang="en-US" dirty="0"/>
              <a:t>”)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07463-5FF0-4387-9EE9-122A8F80B5A0}"/>
              </a:ext>
            </a:extLst>
          </p:cNvPr>
          <p:cNvSpPr txBox="1"/>
          <p:nvPr/>
        </p:nvSpPr>
        <p:spPr>
          <a:xfrm>
            <a:off x="798020" y="4590794"/>
            <a:ext cx="216962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Handle Add Invoice Button()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5932B8-24AB-4634-A367-955B5CD8022F}"/>
              </a:ext>
            </a:extLst>
          </p:cNvPr>
          <p:cNvSpPr txBox="1"/>
          <p:nvPr/>
        </p:nvSpPr>
        <p:spPr>
          <a:xfrm>
            <a:off x="3494112" y="4288205"/>
            <a:ext cx="599902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ResetPaginationData</a:t>
            </a:r>
            <a:r>
              <a:rPr lang="en-US" dirty="0"/>
              <a:t> (delete data from invoices =&gt; pass Validate Id from </a:t>
            </a:r>
            <a:r>
              <a:rPr lang="en-US" dirty="0" err="1"/>
              <a:t>url</a:t>
            </a:r>
            <a:r>
              <a:rPr lang="en-US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53B635-738D-4DDD-98CE-91B2AD5E7748}"/>
              </a:ext>
            </a:extLst>
          </p:cNvPr>
          <p:cNvSpPr txBox="1"/>
          <p:nvPr/>
        </p:nvSpPr>
        <p:spPr>
          <a:xfrm>
            <a:off x="3494111" y="5029847"/>
            <a:ext cx="59990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SetSelectedRecordId</a:t>
            </a:r>
            <a:r>
              <a:rPr lang="en-US" dirty="0"/>
              <a:t>(“invoices”, new-added </a:t>
            </a:r>
            <a:r>
              <a:rPr lang="en-US" dirty="0" err="1"/>
              <a:t>invoiceId</a:t>
            </a:r>
            <a:r>
              <a:rPr lang="en-US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0DE21-88FB-4A0E-82F3-0ED698129563}"/>
              </a:ext>
            </a:extLst>
          </p:cNvPr>
          <p:cNvSpPr txBox="1"/>
          <p:nvPr/>
        </p:nvSpPr>
        <p:spPr>
          <a:xfrm>
            <a:off x="3494111" y="5553952"/>
            <a:ext cx="59990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Navigate to this page again 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9CBE470E-D5A6-4576-AC8A-1DBC9C956673}"/>
              </a:ext>
            </a:extLst>
          </p:cNvPr>
          <p:cNvCxnSpPr>
            <a:stCxn id="15" idx="3"/>
            <a:endCxn id="9" idx="3"/>
          </p:cNvCxnSpPr>
          <p:nvPr/>
        </p:nvCxnSpPr>
        <p:spPr>
          <a:xfrm flipV="1">
            <a:off x="9493132" y="2832267"/>
            <a:ext cx="12700" cy="2906351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13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BE279F-735E-4D0E-9EB5-283C2DB0C2EF}"/>
              </a:ext>
            </a:extLst>
          </p:cNvPr>
          <p:cNvSpPr txBox="1"/>
          <p:nvPr/>
        </p:nvSpPr>
        <p:spPr>
          <a:xfrm>
            <a:off x="798020" y="1831171"/>
            <a:ext cx="606829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SetSavePaginationPath</a:t>
            </a:r>
            <a:r>
              <a:rPr lang="en-US" dirty="0"/>
              <a:t>: save path without reset pagination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7E9ED-164A-4E85-82D6-5E35854BBA53}"/>
              </a:ext>
            </a:extLst>
          </p:cNvPr>
          <p:cNvSpPr txBox="1"/>
          <p:nvPr/>
        </p:nvSpPr>
        <p:spPr>
          <a:xfrm>
            <a:off x="798021" y="309942"/>
            <a:ext cx="21696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Container Storage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B0BD6-D7BD-448D-B0C1-6A042200632D}"/>
              </a:ext>
            </a:extLst>
          </p:cNvPr>
          <p:cNvSpPr txBox="1"/>
          <p:nvPr/>
        </p:nvSpPr>
        <p:spPr>
          <a:xfrm>
            <a:off x="798020" y="2644169"/>
            <a:ext cx="60682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ResetPaginationData</a:t>
            </a:r>
            <a:r>
              <a:rPr lang="en-US" dirty="0"/>
              <a:t>: save path reset pagination data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2A334-A9EF-4B4A-B255-28E6FABF4C5E}"/>
              </a:ext>
            </a:extLst>
          </p:cNvPr>
          <p:cNvSpPr txBox="1"/>
          <p:nvPr/>
        </p:nvSpPr>
        <p:spPr>
          <a:xfrm>
            <a:off x="798020" y="3401967"/>
            <a:ext cx="60682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GetOptionalData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CF5B4-7F5C-4C69-BD53-53B2A1612097}"/>
              </a:ext>
            </a:extLst>
          </p:cNvPr>
          <p:cNvSpPr txBox="1"/>
          <p:nvPr/>
        </p:nvSpPr>
        <p:spPr>
          <a:xfrm>
            <a:off x="798019" y="3975099"/>
            <a:ext cx="1084811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GetSavePaginaionPath</a:t>
            </a:r>
            <a:r>
              <a:rPr lang="en-US" dirty="0"/>
              <a:t>: check value of </a:t>
            </a:r>
            <a:r>
              <a:rPr lang="en-US" dirty="0" err="1"/>
              <a:t>savedPaginationPath</a:t>
            </a:r>
            <a:r>
              <a:rPr lang="en-US" dirty="0"/>
              <a:t> before return (EX: invoices or invoice/{id}) </a:t>
            </a:r>
          </a:p>
        </p:txBody>
      </p:sp>
    </p:spTree>
    <p:extLst>
      <p:ext uri="{BB962C8B-B14F-4D97-AF65-F5344CB8AC3E}">
        <p14:creationId xmlns:p14="http://schemas.microsoft.com/office/powerpoint/2010/main" val="330887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35026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25</TotalTime>
  <Words>116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Gallery</vt:lpstr>
      <vt:lpstr>RUBY NAIL BAR PROJECT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RUBY NAIL BAR PROJECT</dc:title>
  <dc:creator>Phu</dc:creator>
  <cp:lastModifiedBy>Phu</cp:lastModifiedBy>
  <cp:revision>5</cp:revision>
  <dcterms:created xsi:type="dcterms:W3CDTF">2025-09-07T11:26:57Z</dcterms:created>
  <dcterms:modified xsi:type="dcterms:W3CDTF">2025-09-07T11:56:30Z</dcterms:modified>
</cp:coreProperties>
</file>